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1940f7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1940f7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1940f7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1940f7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1940f7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1940f7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21940f79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21940f79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1940f79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21940f79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21940f7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21940f7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1940f79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1940f79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21940f79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21940f79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21940f79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21940f79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21940f79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21940f79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21940f79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21940f79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21940f79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21940f79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21940f79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21940f79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21940f79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21940f79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21940f79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21940f79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21940f79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21940f79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47000" y="1115250"/>
            <a:ext cx="8697000" cy="29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729"/>
              <a:buFont typeface="Arial"/>
              <a:buNone/>
            </a:pPr>
            <a:r>
              <a:rPr b="1" lang="en" sz="3700"/>
              <a:t>Server-Side WebAssembly</a:t>
            </a:r>
            <a:endParaRPr b="1" sz="3700"/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729"/>
              <a:buFont typeface="Arial"/>
              <a:buNone/>
            </a:pPr>
            <a:r>
              <a:rPr b="1" lang="en" sz="3700"/>
              <a:t>in Practice</a:t>
            </a:r>
            <a:endParaRPr b="1" sz="3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 sz="2200"/>
              <a:t>Skaara Poncin · Storm van Loon · Gabriel Uwaila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Learning goals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Understand what Server-Side Wasm is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Explain how Wasm + WASI work together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Compare modules vs components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See practical use cases: HTTP, AI, edge/cloud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Know current limitations and when to use Wasm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-475325" y="1238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425608" lvl="2" marL="1371600" marR="939800" rtl="0"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b="1" lang="en" sz="3650">
                <a:solidFill>
                  <a:schemeClr val="dk1"/>
                </a:solidFill>
                <a:highlight>
                  <a:srgbClr val="FFFFFF"/>
                </a:highlight>
              </a:rPr>
              <a:t>What is Server-Side WebAssembly?</a:t>
            </a:r>
            <a:endParaRPr b="1" sz="36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164" lvl="2" marL="1371600" marR="939800" rtl="0" algn="l">
              <a:spcBef>
                <a:spcPts val="0"/>
              </a:spcBef>
              <a:spcAft>
                <a:spcPts val="0"/>
              </a:spcAft>
              <a:buSzPct val="63636"/>
              <a:buChar char="■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WebAssembly (</a:t>
            </a:r>
            <a:r>
              <a:rPr lang="en" sz="18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.wasm</a:t>
            </a: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) is a portable binary format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7344" lvl="2" marL="1371600" marR="939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Usually known from browsers, but also runs on servers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7344" lvl="2" marL="1371600" marR="939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A runtime (e.g. Wasmtime) executes Wasm in a sandbox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7344" lvl="2" marL="1371600" marR="939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Goal: safe, fast, portable execution across environments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Why should students care?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Performance close to native for many workloads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Strong isolation for untrusted or third-party code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Good for polyglot systems (Rust, Go, C/C++, etc.)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Useful in modern systems: edge, serverless, plugins, AI helpers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How execution works (high level)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Compile source code to </a:t>
            </a:r>
            <a:r>
              <a:rPr lang="en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.wasm</a:t>
            </a:r>
            <a:endParaRPr sz="18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Runtime loads + validates the module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Runtime compiles/interprets for the host CPU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Code runs inside a sandbox with controlled access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Host app and Wasm app communicate through imports/exports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WASI (why it matters)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Wasm alone has no direct filesystem/network access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WASI provides standardized system interfaces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Examples: HTTP handling, clocks/timers, I/O capabilities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Key idea: explicit permissions, not full machine access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279450" y="1207975"/>
            <a:ext cx="8520600" cy="3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Security model</a:t>
            </a:r>
            <a:endParaRPr b="1"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Capabilities must be granted explicitly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Sandbox limits impact of bugs and malicious code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Components can improve isolation further (shared-nothing)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Trade-off: </a:t>
            </a:r>
            <a:r>
              <a:rPr lang="en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.wasm</a:t>
            </a:r>
            <a:r>
              <a:rPr lang="en" sz="2200">
                <a:solidFill>
                  <a:srgbClr val="000000"/>
                </a:solidFill>
              </a:rPr>
              <a:t> is binary, so debugging often uses </a:t>
            </a:r>
            <a:r>
              <a:rPr lang="en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.wat</a:t>
            </a:r>
            <a:endParaRPr sz="18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Runtime ecosystem (examples)</a:t>
            </a:r>
            <a:endParaRPr b="1"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General/server: Wasmtime, Wasmer, WasmEdge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JavaScript world: Node and Deno support Wasm too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IoT-focused: WAMR, wasm3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Choice depends on target platform + feature support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1" title="runtim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147" y="102925"/>
            <a:ext cx="672390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Modules vs Components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Module: basic unit, simpler, widely supported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Component: higher-level packaging with better interoperability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Components are designed for composition and safer boundaries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In practice: support is improving, but not equal everywhere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WIT in one slide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WIT = WebAssembly Interface Types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Describes function contracts and data types across languages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Helps avoid custom glue code for every language pair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Enables more reliable cross-language integration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Example 1: HTTP service with Wasm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We implemented </a:t>
            </a:r>
            <a:r>
              <a:rPr lang="en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wasi:http/incoming-handler</a:t>
            </a:r>
            <a:endParaRPr sz="18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Same service idea across Rust, TinyGo, and C++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Shows portability of interface-based development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Main lesson for students: same contract, different language ergonomics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Example 2: AI inference with Wasm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Image in -&gt; vector embedding out (ONNX-based flow)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Inference logic in Rust compiled to Wasm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Good fit for sandboxed edge/serverless execution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Important practical point: warm/cached execution matters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273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Where Server-Side Wasm fits best today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Edge/CDN compute close to users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Serverless functions with fast cold starts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Plugin systems with untrusted extensions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Sandboxed compute near data (e.g., database UDF scenarios)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236100" y="2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Cloud and deployment landscape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Hosts/platforms: Spin and WasmCloud are common entry points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Kubernetes integration exists but can require extra setup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Not a full replacement for containers in every case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Best viewed as an additional tool in your architecture toolbox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7" title="clou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763" y="3188800"/>
            <a:ext cx="6781274" cy="19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Current limitations (important for engineering decisions)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Tooling maturity varies by language/runtime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Documentation quality is inconsistent across projects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New WASI/component features are not uniformly implemented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Debugging and observability are still less mature than mainstream stacks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Takeaway for students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Server-Side Wasm is practical, not just hype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Think of it as: portable sandboxed compute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Use it where isolation, startup speed, or portability matter most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Keep expectations realistic: evaluate runtime/tooling support first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